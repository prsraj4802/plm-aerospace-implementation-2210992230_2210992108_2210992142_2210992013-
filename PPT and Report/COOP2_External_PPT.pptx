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7559675" cy="106918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" roundtripDataSignature="AMtx7mgoibPUhk6wGiuXiXqheu/qX9CE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679"/>
  </p:normalViewPr>
  <p:slideViewPr>
    <p:cSldViewPr snapToGrid="0">
      <p:cViewPr varScale="1">
        <p:scale>
          <a:sx n="104" d="100"/>
          <a:sy n="104" d="100"/>
        </p:scale>
        <p:origin x="1784" y="2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281488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82" name="Google Shape;82;p1:notes"/>
          <p:cNvSpPr txBox="1">
            <a:spLocks noGrp="1"/>
          </p:cNvSpPr>
          <p:nvPr>
            <p:ph type="ftr" idx="11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Name of the faculty [Group: G00] [Sem:2nd]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23924a5b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e23924a5bc_0_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e23924a5bc_0_3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23924a5b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23924a5bc_0_15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e23924a5bc_0_15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23924a5bc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23924a5bc_0_44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e23924a5bc_0_44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23924a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23924a5bc_0_58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e23924a5bc_0_58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23924a5bc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23924a5bc_0_68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e23924a5bc_0_68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e23924a5b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200" cy="36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e23924a5bc_0_78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g3e23924a5bc_0_78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ubTitle" idx="1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ubTitle" idx="1"/>
          </p:nvPr>
        </p:nvSpPr>
        <p:spPr>
          <a:xfrm>
            <a:off x="0" y="0"/>
            <a:ext cx="5486040" cy="423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3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2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4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2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3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4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5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6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4"/>
          <p:cNvSpPr/>
          <p:nvPr/>
        </p:nvSpPr>
        <p:spPr>
          <a:xfrm rot="10800000" flipH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Google Shape;12;p4" descr="LOGO.gif"/>
          <p:cNvPicPr preferRelativeResize="0"/>
          <p:nvPr/>
        </p:nvPicPr>
        <p:blipFill rotWithShape="1">
          <a:blip r:embed="rId14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4" descr="LOGO.gif"/>
          <p:cNvPicPr preferRelativeResize="0"/>
          <p:nvPr/>
        </p:nvPicPr>
        <p:blipFill rotWithShape="1">
          <a:blip r:embed="rId14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4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5" name="Google Shape;15;p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6" name="Google Shape;16;p4" descr="LOGO.gif"/>
            <p:cNvPicPr preferRelativeResize="0"/>
            <p:nvPr/>
          </p:nvPicPr>
          <p:blipFill rotWithShape="1">
            <a:blip r:embed="rId14">
              <a:alphaModFix/>
            </a:blip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4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8" name="Google Shape;18;p4" descr="logo.jp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" descr="LOGO.gif"/>
          <p:cNvPicPr preferRelativeResize="0"/>
          <p:nvPr/>
        </p:nvPicPr>
        <p:blipFill rotWithShape="1">
          <a:blip r:embed="rId14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4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21" name="Google Shape;21;p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" name="Google Shape;22;p4" descr="LOGO.gif"/>
            <p:cNvPicPr preferRelativeResize="0"/>
            <p:nvPr/>
          </p:nvPicPr>
          <p:blipFill rotWithShape="1">
            <a:blip r:embed="rId14">
              <a:alphaModFix/>
            </a:blip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Google Shape;23;p4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" name="Google Shape;24;p4" descr="logo.jp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 of CO-OP Project at Industry (Module-2) (22CS421)</a:t>
            </a:r>
            <a:endParaRPr sz="1800" b="1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of PLM in the Aerospace Industry</a:t>
            </a:r>
            <a:endParaRPr sz="31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Ravinder Singh Tiwana  (2210992142)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Purushotam Kumar  (2210992108)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Palak  (2210992013)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Salil (2210992030)</a:t>
            </a: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</a:t>
            </a:r>
            <a:endParaRPr b="1"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ea typeface="Times New Roman"/>
                <a:cs typeface="Times New Roman"/>
                <a:sym typeface="Times New Roman"/>
              </a:rPr>
              <a:t>Dr. Gifty Gupta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Chitkara University, Punjab</a:t>
            </a:r>
            <a:endParaRPr dirty="0"/>
          </a:p>
          <a:p>
            <a:pPr marL="0" marR="0" lvl="0" indent="0" algn="ctr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-2158200" y="0"/>
            <a:ext cx="68121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30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Product Lifecycle Management (PLM) manages product data throughout the lifecycle.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Aerospace products are highly complex and require strict safety compliance.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Traditional systems create data silos and communication gaps.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PLM establishes a centralized digital environment.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Thread and Digital Twin improve lifecycle connectivity and monitoring.</a:t>
            </a:r>
            <a:endParaRPr sz="2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3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9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23924a5bc_0_3"/>
          <p:cNvSpPr txBox="1"/>
          <p:nvPr/>
        </p:nvSpPr>
        <p:spPr>
          <a:xfrm>
            <a:off x="0" y="173000"/>
            <a:ext cx="49305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sz="35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g3e23924a5bc_0_3"/>
          <p:cNvSpPr txBox="1"/>
          <p:nvPr/>
        </p:nvSpPr>
        <p:spPr>
          <a:xfrm>
            <a:off x="419325" y="1149775"/>
            <a:ext cx="7562400" cy="35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619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Study the implementation of PLM in aerospace industries.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Understand Digital Thread architecture.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Times New Roman"/>
              <a:buChar char="●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Analyze </a:t>
            </a:r>
            <a:r>
              <a:rPr lang="en-US" sz="2200">
                <a:latin typeface="Times New Roman"/>
                <a:ea typeface="Times New Roman"/>
                <a:cs typeface="Times New Roman"/>
                <a:sym typeface="Times New Roman"/>
              </a:rPr>
              <a:t>Digital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 Twin integration in lifecycle management.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Improve traceability and configuration management.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●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Compare traditional systems with PLM-integrated systems.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e23924a5bc_0_15"/>
          <p:cNvSpPr txBox="1"/>
          <p:nvPr/>
        </p:nvSpPr>
        <p:spPr>
          <a:xfrm>
            <a:off x="0" y="132625"/>
            <a:ext cx="4979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Overview of PLM</a:t>
            </a:r>
            <a:endParaRPr sz="2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g3e23924a5bc_0_15"/>
          <p:cNvSpPr txBox="1"/>
          <p:nvPr/>
        </p:nvSpPr>
        <p:spPr>
          <a:xfrm>
            <a:off x="253175" y="904275"/>
            <a:ext cx="10043400" cy="488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5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Product Lifecycle Management (PLM)</a:t>
            </a:r>
            <a:endParaRPr sz="2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PLM Integrates:</a:t>
            </a:r>
            <a:endParaRPr sz="16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Product Design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Manufacturing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Supply Chain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Maintenance Operations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Lifecycle Data Management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Benefits:</a:t>
            </a:r>
            <a:endParaRPr sz="16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Centralized Data Management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Better Collaboration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Faster Product Development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Improved Product Quality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e23924a5bc_0_44"/>
          <p:cNvSpPr txBox="1"/>
          <p:nvPr/>
        </p:nvSpPr>
        <p:spPr>
          <a:xfrm>
            <a:off x="361725" y="1314200"/>
            <a:ext cx="6800100" cy="3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Multi-Layered PLM Architecture</a:t>
            </a:r>
            <a:endParaRPr sz="23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Layers of Architecture:</a:t>
            </a:r>
            <a:endParaRPr sz="19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Authoring Layer (CAD Tools)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PLM Core Layer (Teamcenter)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Layer (APIs &amp; Middleware)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Enterprise Layer (ERP &amp; MES)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Feature:</a:t>
            </a:r>
            <a:endParaRPr sz="19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Single Source of Truth (SSOT)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g3e23924a5bc_0_44"/>
          <p:cNvSpPr txBox="1"/>
          <p:nvPr/>
        </p:nvSpPr>
        <p:spPr>
          <a:xfrm>
            <a:off x="0" y="204975"/>
            <a:ext cx="4572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Aerospace PLM Architecture</a:t>
            </a:r>
            <a:endParaRPr sz="26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e23924a5bc_0_58"/>
          <p:cNvSpPr txBox="1"/>
          <p:nvPr/>
        </p:nvSpPr>
        <p:spPr>
          <a:xfrm>
            <a:off x="0" y="168800"/>
            <a:ext cx="3653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Major Benefits</a:t>
            </a:r>
            <a:endParaRPr sz="25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" name="Google Shape;119;g3e23924a5bc_0_58"/>
          <p:cNvSpPr txBox="1"/>
          <p:nvPr/>
        </p:nvSpPr>
        <p:spPr>
          <a:xfrm>
            <a:off x="458175" y="1257300"/>
            <a:ext cx="5280900" cy="28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Major Benefits of PLM</a:t>
            </a:r>
            <a:endParaRPr sz="26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Centralized lifecycle management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Improved collaboration across departments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Enhanced traceability and compliance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Reduced operational and engineering errors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Predictive maintenance support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Char char="●"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Faster product development cycle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e23924a5bc_0_68"/>
          <p:cNvSpPr txBox="1"/>
          <p:nvPr/>
        </p:nvSpPr>
        <p:spPr>
          <a:xfrm>
            <a:off x="0" y="120575"/>
            <a:ext cx="34482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Challenges</a:t>
            </a:r>
            <a:endParaRPr sz="27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g3e23924a5bc_0_68"/>
          <p:cNvSpPr txBox="1"/>
          <p:nvPr/>
        </p:nvSpPr>
        <p:spPr>
          <a:xfrm>
            <a:off x="361700" y="1151100"/>
            <a:ext cx="5715000" cy="27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Challenges in PLM Implementation</a:t>
            </a:r>
            <a:endParaRPr sz="25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92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●"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Migration of legacy data</a:t>
            </a:r>
            <a:endParaRPr sz="1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●"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complexity</a:t>
            </a:r>
            <a:endParaRPr sz="1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●"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Cybersecurity risks</a:t>
            </a:r>
            <a:endParaRPr sz="1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●"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High implementation cost</a:t>
            </a:r>
            <a:endParaRPr sz="1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●"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Long-term data maintenance</a:t>
            </a:r>
            <a:endParaRPr sz="1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92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●"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Cultural shift toward digital engineering</a:t>
            </a:r>
            <a:endParaRPr sz="1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23924a5bc_0_78"/>
          <p:cNvSpPr txBox="1"/>
          <p:nvPr/>
        </p:nvSpPr>
        <p:spPr>
          <a:xfrm>
            <a:off x="0" y="192900"/>
            <a:ext cx="32433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25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g3e23924a5bc_0_78"/>
          <p:cNvSpPr txBox="1"/>
          <p:nvPr/>
        </p:nvSpPr>
        <p:spPr>
          <a:xfrm>
            <a:off x="265250" y="1326275"/>
            <a:ext cx="7017600" cy="29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PLM is transforming aerospace engineering through digital integration.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Digital Thread improves lifecycle connectivity.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Digital Twin enables predictive maintenance and real-time monitoring.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Integrated PLM systems improve efficiency, traceability, and product quality.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●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Future systems will integrate AI, IoT, and cloud technologies.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sz="54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353</Words>
  <Application>Microsoft Macintosh PowerPoint</Application>
  <PresentationFormat>On-screen Show (4:3)</PresentationFormat>
  <Paragraphs>93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ABC</dc:creator>
  <cp:lastModifiedBy>Purushotam Kumar</cp:lastModifiedBy>
  <cp:revision>1</cp:revision>
  <dcterms:created xsi:type="dcterms:W3CDTF">2010-04-09T07:36:15Z</dcterms:created>
  <dcterms:modified xsi:type="dcterms:W3CDTF">2026-05-16T10:02:01Z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