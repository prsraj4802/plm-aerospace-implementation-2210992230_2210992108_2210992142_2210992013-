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PLM in the Aerospace Industry</a:t>
            </a:r>
            <a:endParaRPr b="1" i="0" sz="3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Ravinder Singh Tiwana  (2210992142)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Purushotam Kumar  (2210992108)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Palak  (2210992013)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Salil (2210992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30)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Gifty Gupta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-2158200" y="0"/>
            <a:ext cx="68121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Lifecycle Management (PLM) manages product data throughout the lifecycle.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Aerospace products are highly complex and require strict safety compliance.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systems create data silos and communication gaps.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PLM establishes a centralized digital environment.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Thread and Digital Twin improve lifecycle connectivity and monitoring.</a:t>
            </a:r>
            <a:endParaRPr b="0" i="0" sz="2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0" y="173000"/>
            <a:ext cx="4930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19325" y="1149775"/>
            <a:ext cx="75624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Study the implementation of PLM in aerospace industries.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Digital Thread architecture.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</a:t>
            </a: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Twin integration in lifecycle management.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traceability and configuration management.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traditional systems with PLM-integrated systems.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0" y="132625"/>
            <a:ext cx="4979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 of PLM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253175" y="904275"/>
            <a:ext cx="100434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Lifecycle Management (PLM)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PLM Integrates: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Design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Chain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Maintenance Operations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Lifecycle Data Management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Benefits:</a:t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Data Management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Collaboration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Product Development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Product Quality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361725" y="1314200"/>
            <a:ext cx="6800100" cy="3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Multi-Layered PLM Architecture</a:t>
            </a:r>
            <a:endParaRPr b="1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Layers of Architecture: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Authoring Layer (CAD Tools)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PLM Core Layer (Teamcenter)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Layer (APIs &amp; Middleware)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Layer (ERP &amp; MES)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Feature:</a:t>
            </a:r>
            <a:endParaRPr b="1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1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Source of Truth (SSOT)</a:t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0" y="204975"/>
            <a:ext cx="45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Aerospace PLM Architecture</a:t>
            </a:r>
            <a:endParaRPr b="1" i="0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/>
        </p:nvSpPr>
        <p:spPr>
          <a:xfrm>
            <a:off x="0" y="168800"/>
            <a:ext cx="3653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Benefits</a:t>
            </a:r>
            <a:endParaRPr b="1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58175" y="1257300"/>
            <a:ext cx="5280900" cy="28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Benefits of PLM</a:t>
            </a:r>
            <a:endParaRPr b="1" i="0" sz="2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lifecycle management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collaboration across departments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traceability and compliance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operational and engineering errors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maintenance support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product development cycle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0" y="120575"/>
            <a:ext cx="3448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i="0" sz="27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61700" y="1151100"/>
            <a:ext cx="5715000" cy="27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PLM Implementation</a:t>
            </a:r>
            <a:endParaRPr b="1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Migration of legacy data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complexity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Cybersecurity risks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implementation cost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Long-term data maintenance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b="0" i="0" lang="en-US" sz="19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shift toward digital engineering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/>
        </p:nvSpPr>
        <p:spPr>
          <a:xfrm>
            <a:off x="0" y="192900"/>
            <a:ext cx="324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265250" y="1326275"/>
            <a:ext cx="70176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PLM is transforming aerospace engineering through digital integration.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Thread improves lifecycle connectivity.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Twin enables predictive maintenance and real-time monitoring.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PLM systems improve efficiency, traceability, and product quality.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systems will integrate AI, IoT, and cloud technologies.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